
<file path=[Content_Types].xml><?xml version="1.0" encoding="utf-8"?>
<Types xmlns="http://schemas.openxmlformats.org/package/2006/content-types"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2.xml" ContentType="application/vnd.openxmlformats-officedocument.presentationml.slideLayout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3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autoCompressPictures="0">
  <p:sldMasterIdLst>
    <p:sldMasterId id="2147483691" r:id="rId1"/>
    <p:sldMasterId id="2147483692" r:id="rId2"/>
  </p:sldMasterIdLst>
  <p:notesMasterIdLst>
    <p:notesMasterId r:id="rId8"/>
  </p:notesMasterIdLst>
  <p:sldIdLst>
    <p:sldId id="256" r:id="rId3"/>
    <p:sldId id="257" r:id="rId4"/>
    <p:sldId id="259" r:id="rId5"/>
    <p:sldId id="261" r:id="rId6"/>
    <p:sldId id="260" r:id="rId7"/>
  </p:sldIdLst>
  <p:sldSz cx="9144000" cy="5143500" type="screen16x9"/>
  <p:notesSz cx="6858000" cy="9144000"/>
  <p:embeddedFontLst>
    <p:embeddedFont>
      <p:font typeface="Verizon NHG DS" charset="0"/>
      <p:regular r:id="rId9"/>
      <p:bold r:id="rId10"/>
      <p:italic r:id="rId11"/>
      <p:boldItalic r:id="rId12"/>
    </p:embeddedFont>
    <p:embeddedFont>
      <p:font typeface="Verizon NHG TX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8959"/>
    <p:restoredTop sz="94697"/>
  </p:normalViewPr>
  <p:slideViewPr>
    <p:cSldViewPr snapToGrid="0">
      <p:cViewPr varScale="1">
        <p:scale>
          <a:sx n="51" d="100"/>
          <a:sy n="51" d="100"/>
        </p:scale>
        <p:origin x="-618" y="-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3.fntdata"/><Relationship Id="rId5" Type="http://schemas.openxmlformats.org/officeDocument/2006/relationships/slide" Target="slides/slide3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1dce514d7eb_2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7" name="Google Shape;227;g1dce514d7eb_2_156:notes"/>
          <p:cNvSpPr txBox="1">
            <a:spLocks noGrp="1"/>
          </p:cNvSpPr>
          <p:nvPr>
            <p:ph type="body" idx="1"/>
          </p:nvPr>
        </p:nvSpPr>
        <p:spPr>
          <a:xfrm>
            <a:off x="381000" y="4343400"/>
            <a:ext cx="6095925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228" name="Google Shape;228;g1dce514d7eb_2_156:notes"/>
          <p:cNvSpPr txBox="1">
            <a:spLocks noGrp="1"/>
          </p:cNvSpPr>
          <p:nvPr>
            <p:ph type="sldNum" idx="12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Verizon NHG TX"/>
                <a:ea typeface="Verizon NHG TX"/>
                <a:cs typeface="Verizon NHG TX"/>
                <a:sym typeface="Verizon NHG TX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dce70e3e6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1dce70e3e6e_0_2:notes"/>
          <p:cNvSpPr txBox="1">
            <a:spLocks noGrp="1"/>
          </p:cNvSpPr>
          <p:nvPr>
            <p:ph type="body" idx="1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g1dce70e3e6e_0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1dce70e3e6e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1dce70e3e6e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1dce70e3e6e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1dce70e3e6e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3591467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dce70e3e6e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1dce70e3e6e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 Cover">
  <p:cSld name="Cover slide - wh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457200" y="463073"/>
            <a:ext cx="6271846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Verizon NHG DS"/>
              <a:buNone/>
              <a:defRPr sz="6000" b="1" i="0">
                <a:latin typeface="Verizon NHG DS"/>
                <a:ea typeface="Verizon NHG DS"/>
                <a:cs typeface="Verizon NHG DS"/>
                <a:sym typeface="Verizon NHG D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457200" y="2291873"/>
            <a:ext cx="41148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izon NHG TX"/>
              <a:buNone/>
              <a:defRPr sz="2400" b="0" i="0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lvl="1" algn="l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izon NHG TX"/>
              <a:buNone/>
              <a:defRPr sz="2000" b="1">
                <a:solidFill>
                  <a:schemeClr val="dk1"/>
                </a:solidFill>
              </a:defRPr>
            </a:lvl2pPr>
            <a:lvl3pPr lvl="2" algn="l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3pPr>
            <a:lvl4pPr lvl="3" algn="l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4pPr>
            <a:lvl5pPr lvl="4" algn="l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5pPr>
            <a:lvl6pPr lvl="5" algn="l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6pPr>
            <a:lvl7pPr lvl="6" algn="l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7pPr>
            <a:lvl8pPr lvl="7" algn="l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8pPr>
            <a:lvl9pPr lvl="8" algn="l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14"/>
          <p:cNvSpPr/>
          <p:nvPr/>
        </p:nvSpPr>
        <p:spPr>
          <a:xfrm>
            <a:off x="44181" y="4572318"/>
            <a:ext cx="8513093" cy="57118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pic>
        <p:nvPicPr>
          <p:cNvPr id="60" name="Google Shape;60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240137" y="3106187"/>
            <a:ext cx="1981180" cy="213796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lvl="1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lvl="2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lvl="3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lvl="4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lvl="5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lvl="6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lvl="7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lvl="8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 Cover - Reverse">
  <p:cSld name="Cover slide - wht_1_1">
    <p:bg>
      <p:bgPr>
        <a:solidFill>
          <a:schemeClr val="dk1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ctrTitle"/>
          </p:nvPr>
        </p:nvSpPr>
        <p:spPr>
          <a:xfrm>
            <a:off x="457200" y="463073"/>
            <a:ext cx="6271800" cy="17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Verizon NHG DS"/>
              <a:buNone/>
              <a:defRPr sz="6000" b="1" i="0">
                <a:solidFill>
                  <a:schemeClr val="lt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1"/>
          </p:nvPr>
        </p:nvSpPr>
        <p:spPr>
          <a:xfrm>
            <a:off x="457200" y="2291873"/>
            <a:ext cx="41148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izon NHG TX"/>
              <a:buNone/>
              <a:defRPr sz="2400" b="0" i="0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lvl="1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izon NHG TX"/>
              <a:buNone/>
              <a:defRPr sz="2000" b="1">
                <a:solidFill>
                  <a:schemeClr val="lt1"/>
                </a:solidFill>
              </a:defRPr>
            </a:lvl2pPr>
            <a:lvl3pPr lvl="2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3pPr>
            <a:lvl4pPr lvl="3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4pPr>
            <a:lvl5pPr lvl="4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5pPr>
            <a:lvl6pPr lvl="5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6pPr>
            <a:lvl7pPr lvl="6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7pPr>
            <a:lvl8pPr lvl="7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8pPr>
            <a:lvl9pPr lvl="8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15"/>
          <p:cNvSpPr/>
          <p:nvPr/>
        </p:nvSpPr>
        <p:spPr>
          <a:xfrm>
            <a:off x="44181" y="4572318"/>
            <a:ext cx="8513100" cy="57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pic>
        <p:nvPicPr>
          <p:cNvPr id="66" name="Google Shape;66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240137" y="3106187"/>
            <a:ext cx="1981181" cy="2137963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lvl="1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lvl="2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lvl="3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lvl="4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lvl="5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lvl="6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lvl="7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lvl="8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 External Cover">
  <p:cSld name="Cover slide - wht_2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ctrTitle"/>
          </p:nvPr>
        </p:nvSpPr>
        <p:spPr>
          <a:xfrm>
            <a:off x="457200" y="463073"/>
            <a:ext cx="6271800" cy="17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Verizon NHG DS"/>
              <a:buNone/>
              <a:defRPr sz="6000" b="1" i="0">
                <a:latin typeface="Verizon NHG DS"/>
                <a:ea typeface="Verizon NHG DS"/>
                <a:cs typeface="Verizon NHG DS"/>
                <a:sym typeface="Verizon NHG D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subTitle" idx="1"/>
          </p:nvPr>
        </p:nvSpPr>
        <p:spPr>
          <a:xfrm>
            <a:off x="457200" y="2291873"/>
            <a:ext cx="41148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izon NHG TX"/>
              <a:buNone/>
              <a:defRPr sz="2400" b="0" i="0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lvl="1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izon NHG TX"/>
              <a:buNone/>
              <a:defRPr sz="2000" b="1">
                <a:solidFill>
                  <a:schemeClr val="dk1"/>
                </a:solidFill>
              </a:defRPr>
            </a:lvl2pPr>
            <a:lvl3pPr lvl="2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3pPr>
            <a:lvl4pPr lvl="3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4pPr>
            <a:lvl5pPr lvl="4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5pPr>
            <a:lvl6pPr lvl="5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6pPr>
            <a:lvl7pPr lvl="6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7pPr>
            <a:lvl8pPr lvl="7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8pPr>
            <a:lvl9pPr lvl="8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6"/>
          <p:cNvSpPr/>
          <p:nvPr/>
        </p:nvSpPr>
        <p:spPr>
          <a:xfrm>
            <a:off x="44181" y="4572318"/>
            <a:ext cx="8513100" cy="571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pic>
        <p:nvPicPr>
          <p:cNvPr id="72" name="Google Shape;72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1886" y="4584645"/>
            <a:ext cx="1123624" cy="421733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lvl="1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lvl="2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lvl="3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lvl="4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lvl="5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lvl="6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lvl="7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lvl="8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 External Cover - Reverse">
  <p:cSld name="Cover slide - wht_1_1_1">
    <p:bg>
      <p:bgPr>
        <a:solidFill>
          <a:schemeClr val="dk1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ctrTitle"/>
          </p:nvPr>
        </p:nvSpPr>
        <p:spPr>
          <a:xfrm>
            <a:off x="457200" y="463073"/>
            <a:ext cx="6271800" cy="17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Verizon NHG DS"/>
              <a:buNone/>
              <a:defRPr sz="6000" b="1" i="0">
                <a:solidFill>
                  <a:schemeClr val="lt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subTitle" idx="1"/>
          </p:nvPr>
        </p:nvSpPr>
        <p:spPr>
          <a:xfrm>
            <a:off x="457200" y="2291873"/>
            <a:ext cx="41148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izon NHG TX"/>
              <a:buNone/>
              <a:defRPr sz="2400" b="0" i="0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lvl="1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izon NHG TX"/>
              <a:buNone/>
              <a:defRPr sz="2000" b="1">
                <a:solidFill>
                  <a:schemeClr val="lt1"/>
                </a:solidFill>
              </a:defRPr>
            </a:lvl2pPr>
            <a:lvl3pPr lvl="2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3pPr>
            <a:lvl4pPr lvl="3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4pPr>
            <a:lvl5pPr lvl="4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5pPr>
            <a:lvl6pPr lvl="5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6pPr>
            <a:lvl7pPr lvl="6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7pPr>
            <a:lvl8pPr lvl="7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8pPr>
            <a:lvl9pPr lvl="8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17"/>
          <p:cNvSpPr/>
          <p:nvPr/>
        </p:nvSpPr>
        <p:spPr>
          <a:xfrm>
            <a:off x="44181" y="4572318"/>
            <a:ext cx="8513100" cy="57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pic>
        <p:nvPicPr>
          <p:cNvPr id="78" name="Google Shape;78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1886" y="4584645"/>
            <a:ext cx="1123624" cy="421733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lvl="1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lvl="2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lvl="3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lvl="4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lvl="5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lvl="6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lvl="7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lvl="8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 Verizon Business Cover">
  <p:cSld name="Cover slide - wht_2_1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>
            <a:spLocks noGrp="1"/>
          </p:cNvSpPr>
          <p:nvPr>
            <p:ph type="ctrTitle"/>
          </p:nvPr>
        </p:nvSpPr>
        <p:spPr>
          <a:xfrm>
            <a:off x="457200" y="463073"/>
            <a:ext cx="6271800" cy="17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Verizon NHG DS"/>
              <a:buNone/>
              <a:defRPr sz="6000" b="1" i="0">
                <a:latin typeface="Verizon NHG DS"/>
                <a:ea typeface="Verizon NHG DS"/>
                <a:cs typeface="Verizon NHG DS"/>
                <a:sym typeface="Verizon NHG D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subTitle" idx="1"/>
          </p:nvPr>
        </p:nvSpPr>
        <p:spPr>
          <a:xfrm>
            <a:off x="457200" y="2291873"/>
            <a:ext cx="41148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izon NHG TX"/>
              <a:buNone/>
              <a:defRPr sz="2400" b="0" i="0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lvl="1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izon NHG TX"/>
              <a:buNone/>
              <a:defRPr sz="2000" b="1">
                <a:solidFill>
                  <a:schemeClr val="dk1"/>
                </a:solidFill>
              </a:defRPr>
            </a:lvl2pPr>
            <a:lvl3pPr lvl="2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3pPr>
            <a:lvl4pPr lvl="3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4pPr>
            <a:lvl5pPr lvl="4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5pPr>
            <a:lvl6pPr lvl="5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6pPr>
            <a:lvl7pPr lvl="6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7pPr>
            <a:lvl8pPr lvl="7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8pPr>
            <a:lvl9pPr lvl="8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18"/>
          <p:cNvSpPr/>
          <p:nvPr/>
        </p:nvSpPr>
        <p:spPr>
          <a:xfrm>
            <a:off x="44181" y="4572318"/>
            <a:ext cx="8513100" cy="571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pic>
        <p:nvPicPr>
          <p:cNvPr id="84" name="Google Shape;84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7200" y="4572318"/>
            <a:ext cx="1149248" cy="324147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lvl="1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lvl="2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lvl="3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lvl="4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lvl="5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lvl="6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lvl="7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lvl="8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 Verizon Business Cover - Reverse">
  <p:cSld name="Cover slide - wht_1_1_1_1">
    <p:bg>
      <p:bgPr>
        <a:solidFill>
          <a:schemeClr val="dk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>
            <a:spLocks noGrp="1"/>
          </p:cNvSpPr>
          <p:nvPr>
            <p:ph type="ctrTitle"/>
          </p:nvPr>
        </p:nvSpPr>
        <p:spPr>
          <a:xfrm>
            <a:off x="457200" y="463073"/>
            <a:ext cx="6271800" cy="17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Verizon NHG DS"/>
              <a:buNone/>
              <a:defRPr sz="6000" b="1" i="0">
                <a:solidFill>
                  <a:schemeClr val="lt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subTitle" idx="1"/>
          </p:nvPr>
        </p:nvSpPr>
        <p:spPr>
          <a:xfrm>
            <a:off x="457200" y="2291873"/>
            <a:ext cx="41148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izon NHG TX"/>
              <a:buNone/>
              <a:defRPr sz="2400" b="0" i="0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lvl="1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izon NHG TX"/>
              <a:buNone/>
              <a:defRPr sz="2000" b="1">
                <a:solidFill>
                  <a:schemeClr val="lt1"/>
                </a:solidFill>
              </a:defRPr>
            </a:lvl2pPr>
            <a:lvl3pPr lvl="2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3pPr>
            <a:lvl4pPr lvl="3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4pPr>
            <a:lvl5pPr lvl="4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5pPr>
            <a:lvl6pPr lvl="5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6pPr>
            <a:lvl7pPr lvl="6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7pPr>
            <a:lvl8pPr lvl="7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8pPr>
            <a:lvl9pPr lvl="8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19"/>
          <p:cNvSpPr/>
          <p:nvPr/>
        </p:nvSpPr>
        <p:spPr>
          <a:xfrm>
            <a:off x="44181" y="4572318"/>
            <a:ext cx="8513100" cy="57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pic>
        <p:nvPicPr>
          <p:cNvPr id="90" name="Google Shape;90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7200" y="4573019"/>
            <a:ext cx="1149251" cy="32274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lvl="1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lvl="2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lvl="3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lvl="4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lvl="5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lvl="6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lvl="7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lvl="8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 Section Header">
  <p:cSld name="Section Header">
    <p:bg>
      <p:bgPr>
        <a:solidFill>
          <a:schemeClr val="dk1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oogle Shape;93;p20"/>
          <p:cNvCxnSpPr/>
          <p:nvPr/>
        </p:nvCxnSpPr>
        <p:spPr>
          <a:xfrm>
            <a:off x="457200" y="457200"/>
            <a:ext cx="8229600" cy="0"/>
          </a:xfrm>
          <a:prstGeom prst="straightConnector1">
            <a:avLst/>
          </a:prstGeom>
          <a:noFill/>
          <a:ln w="476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4" name="Google Shape;94;p20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7086600" cy="14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Verizon NHG DS"/>
              <a:buNone/>
              <a:defRPr sz="4000" b="1" cap="none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0"/>
          <p:cNvSpPr txBox="1">
            <a:spLocks noGrp="1"/>
          </p:cNvSpPr>
          <p:nvPr>
            <p:ph type="body" idx="1"/>
          </p:nvPr>
        </p:nvSpPr>
        <p:spPr>
          <a:xfrm>
            <a:off x="457200" y="2057400"/>
            <a:ext cx="7086600" cy="23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sz="1800" b="0" i="0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marL="914400" lvl="1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izon NHG TX"/>
              <a:buNone/>
              <a:defRPr sz="1800" b="0" i="0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marL="1371600" lvl="2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 b="0" i="0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marL="1828800" lvl="3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 sz="1800" b="0" i="0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marL="2286000" lvl="4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 sz="1800" b="0" i="0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marL="2743200" lvl="5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6pPr>
            <a:lvl7pPr marL="3200400" lvl="6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7pPr>
            <a:lvl8pPr marL="3657600" lvl="7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8pPr>
            <a:lvl9pPr marL="4114800" lvl="8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9pPr>
          </a:lstStyle>
          <a:p>
            <a:endParaRPr/>
          </a:p>
        </p:txBody>
      </p:sp>
      <p:sp>
        <p:nvSpPr>
          <p:cNvPr id="96" name="Google Shape;96;p20"/>
          <p:cNvSpPr txBox="1"/>
          <p:nvPr/>
        </p:nvSpPr>
        <p:spPr>
          <a:xfrm>
            <a:off x="1012342" y="4700016"/>
            <a:ext cx="7124700" cy="2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138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 b="0" i="0">
                <a:solidFill>
                  <a:schemeClr val="lt1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Verizon confidential and proprietary. Unauthorized disclosure, reproduction or other use prohibited.</a:t>
            </a:r>
            <a:endParaRPr sz="650" b="0" i="0">
              <a:solidFill>
                <a:schemeClr val="lt1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sp>
        <p:nvSpPr>
          <p:cNvPr id="97" name="Google Shape;97;p20"/>
          <p:cNvSpPr txBox="1">
            <a:spLocks noGrp="1"/>
          </p:cNvSpPr>
          <p:nvPr>
            <p:ph type="sldNum" idx="12"/>
          </p:nvPr>
        </p:nvSpPr>
        <p:spPr>
          <a:xfrm>
            <a:off x="8458200" y="4700016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700" b="1">
                <a:solidFill>
                  <a:schemeClr val="lt2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1pPr>
            <a:lvl2pPr marL="0" lvl="1" indent="0" algn="r" rtl="0">
              <a:spcBef>
                <a:spcPts val="0"/>
              </a:spcBef>
              <a:buNone/>
              <a:defRPr sz="700" b="1">
                <a:solidFill>
                  <a:schemeClr val="lt2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2pPr>
            <a:lvl3pPr marL="0" lvl="2" indent="0" algn="r" rtl="0">
              <a:spcBef>
                <a:spcPts val="0"/>
              </a:spcBef>
              <a:buNone/>
              <a:defRPr sz="700" b="1">
                <a:solidFill>
                  <a:schemeClr val="lt2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3pPr>
            <a:lvl4pPr marL="0" lvl="3" indent="0" algn="r" rtl="0">
              <a:spcBef>
                <a:spcPts val="0"/>
              </a:spcBef>
              <a:buNone/>
              <a:defRPr sz="700" b="1">
                <a:solidFill>
                  <a:schemeClr val="lt2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4pPr>
            <a:lvl5pPr marL="0" lvl="4" indent="0" algn="r" rtl="0">
              <a:spcBef>
                <a:spcPts val="0"/>
              </a:spcBef>
              <a:buNone/>
              <a:defRPr sz="700" b="1">
                <a:solidFill>
                  <a:schemeClr val="lt2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5pPr>
            <a:lvl6pPr marL="0" lvl="5" indent="0" algn="r" rtl="0">
              <a:spcBef>
                <a:spcPts val="0"/>
              </a:spcBef>
              <a:buNone/>
              <a:defRPr sz="700" b="1">
                <a:solidFill>
                  <a:schemeClr val="lt2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6pPr>
            <a:lvl7pPr marL="0" lvl="6" indent="0" algn="r" rtl="0">
              <a:spcBef>
                <a:spcPts val="0"/>
              </a:spcBef>
              <a:buNone/>
              <a:defRPr sz="700" b="1">
                <a:solidFill>
                  <a:schemeClr val="lt2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7pPr>
            <a:lvl8pPr marL="0" lvl="7" indent="0" algn="r" rtl="0">
              <a:spcBef>
                <a:spcPts val="0"/>
              </a:spcBef>
              <a:buNone/>
              <a:defRPr sz="700" b="1">
                <a:solidFill>
                  <a:schemeClr val="lt2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8pPr>
            <a:lvl9pPr marL="0" lvl="8" indent="0" algn="r" rtl="0">
              <a:spcBef>
                <a:spcPts val="0"/>
              </a:spcBef>
              <a:buNone/>
              <a:defRPr sz="700" b="1">
                <a:solidFill>
                  <a:schemeClr val="lt2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6 Agenda">
  <p:cSld name="Agenda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9" name="Google Shape;99;p21"/>
          <p:cNvCxnSpPr/>
          <p:nvPr/>
        </p:nvCxnSpPr>
        <p:spPr>
          <a:xfrm>
            <a:off x="457200" y="457200"/>
            <a:ext cx="8229600" cy="0"/>
          </a:xfrm>
          <a:prstGeom prst="straightConnector1">
            <a:avLst/>
          </a:prstGeom>
          <a:noFill/>
          <a:ln w="476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457200" y="594360"/>
            <a:ext cx="7086600" cy="5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izon NHG DS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457200" y="1352550"/>
            <a:ext cx="8229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izon NHG DS"/>
              <a:buAutoNum type="arabicPeriod"/>
              <a:defRPr sz="1600"/>
            </a:lvl1pPr>
            <a:lvl2pPr marL="914400" lvl="1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sldNum" idx="12"/>
          </p:nvPr>
        </p:nvSpPr>
        <p:spPr>
          <a:xfrm>
            <a:off x="8458200" y="4700016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1pPr>
            <a:lvl2pPr marL="0" lvl="1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2pPr>
            <a:lvl3pPr marL="0" lvl="2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3pPr>
            <a:lvl4pPr marL="0" lvl="3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4pPr>
            <a:lvl5pPr marL="0" lvl="4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5pPr>
            <a:lvl6pPr marL="0" lvl="5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6pPr>
            <a:lvl7pPr marL="0" lvl="6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7pPr>
            <a:lvl8pPr marL="0" lvl="7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8pPr>
            <a:lvl9pPr marL="0" lvl="8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7 Agenda - Reverse">
  <p:cSld name="Agenda - Reverse">
    <p:bg>
      <p:bgPr>
        <a:solidFill>
          <a:schemeClr val="dk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4" name="Google Shape;104;p22"/>
          <p:cNvCxnSpPr/>
          <p:nvPr/>
        </p:nvCxnSpPr>
        <p:spPr>
          <a:xfrm>
            <a:off x="457200" y="457200"/>
            <a:ext cx="8229600" cy="0"/>
          </a:xfrm>
          <a:prstGeom prst="straightConnector1">
            <a:avLst/>
          </a:prstGeom>
          <a:noFill/>
          <a:ln w="476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5" name="Google Shape;105;p22"/>
          <p:cNvSpPr txBox="1">
            <a:spLocks noGrp="1"/>
          </p:cNvSpPr>
          <p:nvPr>
            <p:ph type="title"/>
          </p:nvPr>
        </p:nvSpPr>
        <p:spPr>
          <a:xfrm>
            <a:off x="457200" y="594360"/>
            <a:ext cx="7086600" cy="5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izon NHG DS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2"/>
          <p:cNvSpPr txBox="1">
            <a:spLocks noGrp="1"/>
          </p:cNvSpPr>
          <p:nvPr>
            <p:ph type="body" idx="1"/>
          </p:nvPr>
        </p:nvSpPr>
        <p:spPr>
          <a:xfrm>
            <a:off x="457200" y="1352550"/>
            <a:ext cx="7086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Verizon NHG DS"/>
              <a:buAutoNum type="arabicPeriod"/>
              <a:defRPr sz="1600">
                <a:solidFill>
                  <a:schemeClr val="lt1"/>
                </a:solidFill>
              </a:defRPr>
            </a:lvl1pPr>
            <a:lvl2pPr marL="914400" lvl="1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izon NHG TX"/>
              <a:buNone/>
              <a:defRPr>
                <a:solidFill>
                  <a:schemeClr val="lt1"/>
                </a:solidFill>
              </a:defRPr>
            </a:lvl2pPr>
            <a:lvl3pPr marL="1371600" lvl="2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Char char="–"/>
              <a:defRPr>
                <a:solidFill>
                  <a:schemeClr val="lt1"/>
                </a:solidFill>
              </a:defRPr>
            </a:lvl4pPr>
            <a:lvl5pPr marL="2286000" lvl="4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Char char="–"/>
              <a:defRPr>
                <a:solidFill>
                  <a:schemeClr val="lt1"/>
                </a:solidFill>
              </a:defRPr>
            </a:lvl5pPr>
            <a:lvl6pPr marL="2743200" lvl="5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9pPr>
          </a:lstStyle>
          <a:p>
            <a:endParaRPr/>
          </a:p>
        </p:txBody>
      </p:sp>
      <p:sp>
        <p:nvSpPr>
          <p:cNvPr id="107" name="Google Shape;107;p22"/>
          <p:cNvSpPr txBox="1"/>
          <p:nvPr/>
        </p:nvSpPr>
        <p:spPr>
          <a:xfrm>
            <a:off x="1012342" y="4700016"/>
            <a:ext cx="7124700" cy="2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138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 b="0" i="0">
                <a:solidFill>
                  <a:schemeClr val="lt1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Verizon confidential and proprietary. Unauthorized disclosure, reproduction or other use prohibited.</a:t>
            </a:r>
            <a:endParaRPr sz="650" b="0" i="0">
              <a:solidFill>
                <a:schemeClr val="lt1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sp>
        <p:nvSpPr>
          <p:cNvPr id="108" name="Google Shape;108;p22"/>
          <p:cNvSpPr txBox="1">
            <a:spLocks noGrp="1"/>
          </p:cNvSpPr>
          <p:nvPr>
            <p:ph type="sldNum" idx="12"/>
          </p:nvPr>
        </p:nvSpPr>
        <p:spPr>
          <a:xfrm>
            <a:off x="8458200" y="4700016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700" b="1">
                <a:solidFill>
                  <a:schemeClr val="lt2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1pPr>
            <a:lvl2pPr marL="0" lvl="1" indent="0" algn="r" rtl="0">
              <a:spcBef>
                <a:spcPts val="0"/>
              </a:spcBef>
              <a:buNone/>
              <a:defRPr sz="700" b="1">
                <a:solidFill>
                  <a:schemeClr val="lt2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2pPr>
            <a:lvl3pPr marL="0" lvl="2" indent="0" algn="r" rtl="0">
              <a:spcBef>
                <a:spcPts val="0"/>
              </a:spcBef>
              <a:buNone/>
              <a:defRPr sz="700" b="1">
                <a:solidFill>
                  <a:schemeClr val="lt2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3pPr>
            <a:lvl4pPr marL="0" lvl="3" indent="0" algn="r" rtl="0">
              <a:spcBef>
                <a:spcPts val="0"/>
              </a:spcBef>
              <a:buNone/>
              <a:defRPr sz="700" b="1">
                <a:solidFill>
                  <a:schemeClr val="lt2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4pPr>
            <a:lvl5pPr marL="0" lvl="4" indent="0" algn="r" rtl="0">
              <a:spcBef>
                <a:spcPts val="0"/>
              </a:spcBef>
              <a:buNone/>
              <a:defRPr sz="700" b="1">
                <a:solidFill>
                  <a:schemeClr val="lt2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5pPr>
            <a:lvl6pPr marL="0" lvl="5" indent="0" algn="r" rtl="0">
              <a:spcBef>
                <a:spcPts val="0"/>
              </a:spcBef>
              <a:buNone/>
              <a:defRPr sz="700" b="1">
                <a:solidFill>
                  <a:schemeClr val="lt2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6pPr>
            <a:lvl7pPr marL="0" lvl="6" indent="0" algn="r" rtl="0">
              <a:spcBef>
                <a:spcPts val="0"/>
              </a:spcBef>
              <a:buNone/>
              <a:defRPr sz="700" b="1">
                <a:solidFill>
                  <a:schemeClr val="lt2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7pPr>
            <a:lvl8pPr marL="0" lvl="7" indent="0" algn="r" rtl="0">
              <a:spcBef>
                <a:spcPts val="0"/>
              </a:spcBef>
              <a:buNone/>
              <a:defRPr sz="700" b="1">
                <a:solidFill>
                  <a:schemeClr val="lt2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8pPr>
            <a:lvl9pPr marL="0" lvl="8" indent="0" algn="r" rtl="0">
              <a:spcBef>
                <a:spcPts val="0"/>
              </a:spcBef>
              <a:buNone/>
              <a:defRPr sz="700" b="1">
                <a:solidFill>
                  <a:schemeClr val="lt2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 Title and Content">
  <p:cSld name="Title and Content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0" name="Google Shape;110;p23"/>
          <p:cNvCxnSpPr/>
          <p:nvPr/>
        </p:nvCxnSpPr>
        <p:spPr>
          <a:xfrm>
            <a:off x="457200" y="457200"/>
            <a:ext cx="8229600" cy="0"/>
          </a:xfrm>
          <a:prstGeom prst="straightConnector1">
            <a:avLst/>
          </a:prstGeom>
          <a:noFill/>
          <a:ln w="476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1" name="Google Shape;111;p23"/>
          <p:cNvSpPr txBox="1">
            <a:spLocks noGrp="1"/>
          </p:cNvSpPr>
          <p:nvPr>
            <p:ph type="title"/>
          </p:nvPr>
        </p:nvSpPr>
        <p:spPr>
          <a:xfrm>
            <a:off x="457200" y="590550"/>
            <a:ext cx="7086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3"/>
          <p:cNvSpPr txBox="1">
            <a:spLocks noGrp="1"/>
          </p:cNvSpPr>
          <p:nvPr>
            <p:ph type="body" idx="1"/>
          </p:nvPr>
        </p:nvSpPr>
        <p:spPr>
          <a:xfrm>
            <a:off x="457200" y="1352550"/>
            <a:ext cx="7086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13" name="Google Shape;113;p23"/>
          <p:cNvSpPr txBox="1">
            <a:spLocks noGrp="1"/>
          </p:cNvSpPr>
          <p:nvPr>
            <p:ph type="sldNum" idx="12"/>
          </p:nvPr>
        </p:nvSpPr>
        <p:spPr>
          <a:xfrm>
            <a:off x="8458200" y="4700016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1pPr>
            <a:lvl2pPr marL="0" lvl="1" indent="0" algn="r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2pPr>
            <a:lvl3pPr marL="0" lvl="2" indent="0" algn="r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3pPr>
            <a:lvl4pPr marL="0" lvl="3" indent="0" algn="r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4pPr>
            <a:lvl5pPr marL="0" lvl="4" indent="0" algn="r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5pPr>
            <a:lvl6pPr marL="0" lvl="5" indent="0" algn="r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6pPr>
            <a:lvl7pPr marL="0" lvl="6" indent="0" algn="r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7pPr>
            <a:lvl8pPr marL="0" lvl="7" indent="0" algn="r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8pPr>
            <a:lvl9pPr marL="0" lvl="8" indent="0" algn="r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 Title and 2 Column Content">
  <p:cSld name="Title and 2 Column Content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" name="Google Shape;115;p24"/>
          <p:cNvCxnSpPr/>
          <p:nvPr/>
        </p:nvCxnSpPr>
        <p:spPr>
          <a:xfrm>
            <a:off x="457200" y="457200"/>
            <a:ext cx="8229600" cy="0"/>
          </a:xfrm>
          <a:prstGeom prst="straightConnector1">
            <a:avLst/>
          </a:prstGeom>
          <a:noFill/>
          <a:ln w="476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6" name="Google Shape;116;p24"/>
          <p:cNvSpPr txBox="1">
            <a:spLocks noGrp="1"/>
          </p:cNvSpPr>
          <p:nvPr>
            <p:ph type="title"/>
          </p:nvPr>
        </p:nvSpPr>
        <p:spPr>
          <a:xfrm>
            <a:off x="457200" y="590550"/>
            <a:ext cx="7086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4"/>
          <p:cNvSpPr txBox="1">
            <a:spLocks noGrp="1"/>
          </p:cNvSpPr>
          <p:nvPr>
            <p:ph type="body" idx="1"/>
          </p:nvPr>
        </p:nvSpPr>
        <p:spPr>
          <a:xfrm>
            <a:off x="457201" y="1352550"/>
            <a:ext cx="40179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18" name="Google Shape;118;p24"/>
          <p:cNvSpPr txBox="1">
            <a:spLocks noGrp="1"/>
          </p:cNvSpPr>
          <p:nvPr>
            <p:ph type="body" idx="2"/>
          </p:nvPr>
        </p:nvSpPr>
        <p:spPr>
          <a:xfrm>
            <a:off x="4668982" y="1352550"/>
            <a:ext cx="40179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19" name="Google Shape;119;p24"/>
          <p:cNvSpPr txBox="1">
            <a:spLocks noGrp="1"/>
          </p:cNvSpPr>
          <p:nvPr>
            <p:ph type="sldNum" idx="12"/>
          </p:nvPr>
        </p:nvSpPr>
        <p:spPr>
          <a:xfrm>
            <a:off x="8458200" y="4700016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1pPr>
            <a:lvl2pPr marL="0" lvl="1" indent="0" algn="r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2pPr>
            <a:lvl3pPr marL="0" lvl="2" indent="0" algn="r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3pPr>
            <a:lvl4pPr marL="0" lvl="3" indent="0" algn="r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4pPr>
            <a:lvl5pPr marL="0" lvl="4" indent="0" algn="r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5pPr>
            <a:lvl6pPr marL="0" lvl="5" indent="0" algn="r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6pPr>
            <a:lvl7pPr marL="0" lvl="6" indent="0" algn="r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7pPr>
            <a:lvl8pPr marL="0" lvl="7" indent="0" algn="r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8pPr>
            <a:lvl9pPr marL="0" lvl="8" indent="0" algn="r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 Three Column Text and Photos">
  <p:cSld name="Three Column Text and Photos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1" name="Google Shape;121;p25"/>
          <p:cNvCxnSpPr/>
          <p:nvPr/>
        </p:nvCxnSpPr>
        <p:spPr>
          <a:xfrm>
            <a:off x="457200" y="457200"/>
            <a:ext cx="8229600" cy="0"/>
          </a:xfrm>
          <a:prstGeom prst="straightConnector1">
            <a:avLst/>
          </a:prstGeom>
          <a:noFill/>
          <a:ln w="476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2" name="Google Shape;122;p25"/>
          <p:cNvSpPr txBox="1">
            <a:spLocks noGrp="1"/>
          </p:cNvSpPr>
          <p:nvPr>
            <p:ph type="title"/>
          </p:nvPr>
        </p:nvSpPr>
        <p:spPr>
          <a:xfrm>
            <a:off x="457200" y="590550"/>
            <a:ext cx="7086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5"/>
          <p:cNvSpPr>
            <a:spLocks noGrp="1"/>
          </p:cNvSpPr>
          <p:nvPr>
            <p:ph type="pic" idx="2"/>
          </p:nvPr>
        </p:nvSpPr>
        <p:spPr>
          <a:xfrm>
            <a:off x="457175" y="1352550"/>
            <a:ext cx="2567700" cy="15912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25"/>
          <p:cNvSpPr txBox="1">
            <a:spLocks noGrp="1"/>
          </p:cNvSpPr>
          <p:nvPr>
            <p:ph type="body" idx="1"/>
          </p:nvPr>
        </p:nvSpPr>
        <p:spPr>
          <a:xfrm>
            <a:off x="457200" y="3032360"/>
            <a:ext cx="2567700" cy="1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izon NHG TX"/>
              <a:buNone/>
              <a:defRPr b="1"/>
            </a:lvl1pPr>
            <a:lvl2pPr marL="914400" lvl="1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25" name="Google Shape;125;p25"/>
          <p:cNvSpPr>
            <a:spLocks noGrp="1"/>
          </p:cNvSpPr>
          <p:nvPr>
            <p:ph type="pic" idx="3"/>
          </p:nvPr>
        </p:nvSpPr>
        <p:spPr>
          <a:xfrm>
            <a:off x="3288200" y="1352550"/>
            <a:ext cx="2567700" cy="15912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5"/>
          <p:cNvSpPr txBox="1">
            <a:spLocks noGrp="1"/>
          </p:cNvSpPr>
          <p:nvPr>
            <p:ph type="body" idx="4"/>
          </p:nvPr>
        </p:nvSpPr>
        <p:spPr>
          <a:xfrm>
            <a:off x="3288207" y="3032360"/>
            <a:ext cx="2567700" cy="1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izon NHG TX"/>
              <a:buNone/>
              <a:defRPr b="1"/>
            </a:lvl1pPr>
            <a:lvl2pPr marL="914400" lvl="1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27" name="Google Shape;127;p25"/>
          <p:cNvSpPr>
            <a:spLocks noGrp="1"/>
          </p:cNvSpPr>
          <p:nvPr>
            <p:ph type="pic" idx="5"/>
          </p:nvPr>
        </p:nvSpPr>
        <p:spPr>
          <a:xfrm>
            <a:off x="6119225" y="1352550"/>
            <a:ext cx="2567700" cy="15912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25"/>
          <p:cNvSpPr txBox="1">
            <a:spLocks noGrp="1"/>
          </p:cNvSpPr>
          <p:nvPr>
            <p:ph type="body" idx="6"/>
          </p:nvPr>
        </p:nvSpPr>
        <p:spPr>
          <a:xfrm>
            <a:off x="6119213" y="3032360"/>
            <a:ext cx="2567700" cy="1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izon NHG TX"/>
              <a:buNone/>
              <a:defRPr b="1"/>
            </a:lvl1pPr>
            <a:lvl2pPr marL="914400" lvl="1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29" name="Google Shape;129;p25"/>
          <p:cNvSpPr txBox="1">
            <a:spLocks noGrp="1"/>
          </p:cNvSpPr>
          <p:nvPr>
            <p:ph type="sldNum" idx="12"/>
          </p:nvPr>
        </p:nvSpPr>
        <p:spPr>
          <a:xfrm>
            <a:off x="8458200" y="4700016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1pPr>
            <a:lvl2pPr marL="0" lvl="1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2pPr>
            <a:lvl3pPr marL="0" lvl="2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3pPr>
            <a:lvl4pPr marL="0" lvl="3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4pPr>
            <a:lvl5pPr marL="0" lvl="4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5pPr>
            <a:lvl6pPr marL="0" lvl="5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6pPr>
            <a:lvl7pPr marL="0" lvl="6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7pPr>
            <a:lvl8pPr marL="0" lvl="7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8pPr>
            <a:lvl9pPr marL="0" lvl="8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 Four Column Text and Photos">
  <p:cSld name="Four Column Text and Photos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1" name="Google Shape;131;p26"/>
          <p:cNvCxnSpPr/>
          <p:nvPr/>
        </p:nvCxnSpPr>
        <p:spPr>
          <a:xfrm>
            <a:off x="457200" y="457200"/>
            <a:ext cx="8229600" cy="0"/>
          </a:xfrm>
          <a:prstGeom prst="straightConnector1">
            <a:avLst/>
          </a:prstGeom>
          <a:noFill/>
          <a:ln w="476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2" name="Google Shape;132;p26"/>
          <p:cNvSpPr txBox="1">
            <a:spLocks noGrp="1"/>
          </p:cNvSpPr>
          <p:nvPr>
            <p:ph type="title"/>
          </p:nvPr>
        </p:nvSpPr>
        <p:spPr>
          <a:xfrm>
            <a:off x="457200" y="590550"/>
            <a:ext cx="7086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6"/>
          <p:cNvSpPr>
            <a:spLocks noGrp="1"/>
          </p:cNvSpPr>
          <p:nvPr>
            <p:ph type="pic" idx="2"/>
          </p:nvPr>
        </p:nvSpPr>
        <p:spPr>
          <a:xfrm>
            <a:off x="457200" y="1352550"/>
            <a:ext cx="1429200" cy="1429200"/>
          </a:xfrm>
          <a:prstGeom prst="rect">
            <a:avLst/>
          </a:prstGeom>
          <a:noFill/>
          <a:ln>
            <a:noFill/>
          </a:ln>
        </p:spPr>
      </p:sp>
      <p:sp>
        <p:nvSpPr>
          <p:cNvPr id="134" name="Google Shape;134;p26"/>
          <p:cNvSpPr txBox="1">
            <a:spLocks noGrp="1"/>
          </p:cNvSpPr>
          <p:nvPr>
            <p:ph type="body" idx="1"/>
          </p:nvPr>
        </p:nvSpPr>
        <p:spPr>
          <a:xfrm>
            <a:off x="457200" y="3032350"/>
            <a:ext cx="1571100" cy="13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izon NHG TX"/>
              <a:buNone/>
              <a:defRPr b="1"/>
            </a:lvl1pPr>
            <a:lvl2pPr marL="914400" lvl="1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35" name="Google Shape;135;p26"/>
          <p:cNvSpPr>
            <a:spLocks noGrp="1"/>
          </p:cNvSpPr>
          <p:nvPr>
            <p:ph type="pic" idx="3"/>
          </p:nvPr>
        </p:nvSpPr>
        <p:spPr>
          <a:xfrm>
            <a:off x="2363213" y="1352550"/>
            <a:ext cx="1429200" cy="1429200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26"/>
          <p:cNvSpPr txBox="1">
            <a:spLocks noGrp="1"/>
          </p:cNvSpPr>
          <p:nvPr>
            <p:ph type="body" idx="4"/>
          </p:nvPr>
        </p:nvSpPr>
        <p:spPr>
          <a:xfrm>
            <a:off x="2360400" y="3032350"/>
            <a:ext cx="1571100" cy="13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izon NHG TX"/>
              <a:buNone/>
              <a:defRPr b="1"/>
            </a:lvl1pPr>
            <a:lvl2pPr marL="914400" lvl="1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37" name="Google Shape;137;p26"/>
          <p:cNvSpPr>
            <a:spLocks noGrp="1"/>
          </p:cNvSpPr>
          <p:nvPr>
            <p:ph type="pic" idx="5"/>
          </p:nvPr>
        </p:nvSpPr>
        <p:spPr>
          <a:xfrm>
            <a:off x="4270638" y="1352550"/>
            <a:ext cx="1429200" cy="1429200"/>
          </a:xfrm>
          <a:prstGeom prst="rect">
            <a:avLst/>
          </a:prstGeom>
          <a:noFill/>
          <a:ln>
            <a:noFill/>
          </a:ln>
        </p:spPr>
      </p:sp>
      <p:sp>
        <p:nvSpPr>
          <p:cNvPr id="138" name="Google Shape;138;p26"/>
          <p:cNvSpPr txBox="1">
            <a:spLocks noGrp="1"/>
          </p:cNvSpPr>
          <p:nvPr>
            <p:ph type="body" idx="6"/>
          </p:nvPr>
        </p:nvSpPr>
        <p:spPr>
          <a:xfrm>
            <a:off x="4269225" y="3032350"/>
            <a:ext cx="1571100" cy="13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izon NHG TX"/>
              <a:buNone/>
              <a:defRPr b="1"/>
            </a:lvl1pPr>
            <a:lvl2pPr marL="914400" lvl="1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39" name="Google Shape;139;p26"/>
          <p:cNvSpPr>
            <a:spLocks noGrp="1"/>
          </p:cNvSpPr>
          <p:nvPr>
            <p:ph type="pic" idx="7"/>
          </p:nvPr>
        </p:nvSpPr>
        <p:spPr>
          <a:xfrm>
            <a:off x="6178075" y="1352550"/>
            <a:ext cx="1429200" cy="1429200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p26"/>
          <p:cNvSpPr txBox="1">
            <a:spLocks noGrp="1"/>
          </p:cNvSpPr>
          <p:nvPr>
            <p:ph type="body" idx="8"/>
          </p:nvPr>
        </p:nvSpPr>
        <p:spPr>
          <a:xfrm>
            <a:off x="6178051" y="3032350"/>
            <a:ext cx="1571100" cy="13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izon NHG TX"/>
              <a:buNone/>
              <a:defRPr b="1"/>
            </a:lvl1pPr>
            <a:lvl2pPr marL="914400" lvl="1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41" name="Google Shape;141;p26"/>
          <p:cNvSpPr txBox="1">
            <a:spLocks noGrp="1"/>
          </p:cNvSpPr>
          <p:nvPr>
            <p:ph type="sldNum" idx="12"/>
          </p:nvPr>
        </p:nvSpPr>
        <p:spPr>
          <a:xfrm>
            <a:off x="8458200" y="4700016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1pPr>
            <a:lvl2pPr marL="0" lvl="1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2pPr>
            <a:lvl3pPr marL="0" lvl="2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3pPr>
            <a:lvl4pPr marL="0" lvl="3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4pPr>
            <a:lvl5pPr marL="0" lvl="4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5pPr>
            <a:lvl6pPr marL="0" lvl="5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6pPr>
            <a:lvl7pPr marL="0" lvl="6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7pPr>
            <a:lvl8pPr marL="0" lvl="7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8pPr>
            <a:lvl9pPr marL="0" lvl="8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 No Overline">
  <p:cSld name="Complex Chart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>
            <a:spLocks noGrp="1"/>
          </p:cNvSpPr>
          <p:nvPr>
            <p:ph type="title"/>
          </p:nvPr>
        </p:nvSpPr>
        <p:spPr>
          <a:xfrm>
            <a:off x="457200" y="247650"/>
            <a:ext cx="7086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7"/>
          <p:cNvSpPr txBox="1">
            <a:spLocks noGrp="1"/>
          </p:cNvSpPr>
          <p:nvPr>
            <p:ph type="body" idx="1"/>
          </p:nvPr>
        </p:nvSpPr>
        <p:spPr>
          <a:xfrm>
            <a:off x="457200" y="590550"/>
            <a:ext cx="8229600" cy="38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45" name="Google Shape;145;p27"/>
          <p:cNvSpPr txBox="1">
            <a:spLocks noGrp="1"/>
          </p:cNvSpPr>
          <p:nvPr>
            <p:ph type="sldNum" idx="12"/>
          </p:nvPr>
        </p:nvSpPr>
        <p:spPr>
          <a:xfrm>
            <a:off x="8458200" y="4700016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1pPr>
            <a:lvl2pPr marL="0" lvl="1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2pPr>
            <a:lvl3pPr marL="0" lvl="2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3pPr>
            <a:lvl4pPr marL="0" lvl="3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4pPr>
            <a:lvl5pPr marL="0" lvl="4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5pPr>
            <a:lvl6pPr marL="0" lvl="5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6pPr>
            <a:lvl7pPr marL="0" lvl="6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7pPr>
            <a:lvl8pPr marL="0" lvl="7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8pPr>
            <a:lvl9pPr marL="0" lvl="8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 Statement">
  <p:cSld name="Statement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>
            <a:spLocks noGrp="1"/>
          </p:cNvSpPr>
          <p:nvPr>
            <p:ph type="title"/>
          </p:nvPr>
        </p:nvSpPr>
        <p:spPr>
          <a:xfrm>
            <a:off x="457199" y="594359"/>
            <a:ext cx="70866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izon NHG DS"/>
              <a:buNone/>
              <a:defRPr sz="4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8"/>
          <p:cNvSpPr txBox="1">
            <a:spLocks noGrp="1"/>
          </p:cNvSpPr>
          <p:nvPr>
            <p:ph type="sldNum" idx="12"/>
          </p:nvPr>
        </p:nvSpPr>
        <p:spPr>
          <a:xfrm>
            <a:off x="8458200" y="4700016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1pPr>
            <a:lvl2pPr marL="0" lvl="1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2pPr>
            <a:lvl3pPr marL="0" lvl="2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3pPr>
            <a:lvl4pPr marL="0" lvl="3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4pPr>
            <a:lvl5pPr marL="0" lvl="4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5pPr>
            <a:lvl6pPr marL="0" lvl="5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6pPr>
            <a:lvl7pPr marL="0" lvl="6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7pPr>
            <a:lvl8pPr marL="0" lvl="7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8pPr>
            <a:lvl9pPr marL="0" lvl="8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 Statement - Reverse">
  <p:cSld name="Statement - Reverse">
    <p:bg>
      <p:bgPr>
        <a:solidFill>
          <a:schemeClr val="dk1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70866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Verizon NHG DS"/>
              <a:buNone/>
              <a:defRPr sz="4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9"/>
          <p:cNvSpPr/>
          <p:nvPr/>
        </p:nvSpPr>
        <p:spPr>
          <a:xfrm>
            <a:off x="108488" y="4531602"/>
            <a:ext cx="2588100" cy="570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pic>
        <p:nvPicPr>
          <p:cNvPr id="152" name="Google Shape;152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2014" y="4573128"/>
            <a:ext cx="402029" cy="433844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9"/>
          <p:cNvSpPr txBox="1"/>
          <p:nvPr/>
        </p:nvSpPr>
        <p:spPr>
          <a:xfrm>
            <a:off x="1012342" y="4700016"/>
            <a:ext cx="7124700" cy="2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138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 b="0" i="0">
                <a:solidFill>
                  <a:schemeClr val="lt1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Verizon confidential and proprietary. Unauthorized disclosure, reproduction or other use prohibited.</a:t>
            </a:r>
            <a:endParaRPr sz="650" b="0" i="0">
              <a:solidFill>
                <a:schemeClr val="lt1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sp>
        <p:nvSpPr>
          <p:cNvPr id="154" name="Google Shape;154;p29"/>
          <p:cNvSpPr txBox="1">
            <a:spLocks noGrp="1"/>
          </p:cNvSpPr>
          <p:nvPr>
            <p:ph type="sldNum" idx="12"/>
          </p:nvPr>
        </p:nvSpPr>
        <p:spPr>
          <a:xfrm>
            <a:off x="8458200" y="4700016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700" b="1">
                <a:solidFill>
                  <a:schemeClr val="lt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1pPr>
            <a:lvl2pPr marL="0" lvl="1" indent="0" algn="r" rtl="0">
              <a:spcBef>
                <a:spcPts val="0"/>
              </a:spcBef>
              <a:buNone/>
              <a:defRPr sz="700" b="1">
                <a:solidFill>
                  <a:schemeClr val="lt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2pPr>
            <a:lvl3pPr marL="0" lvl="2" indent="0" algn="r" rtl="0">
              <a:spcBef>
                <a:spcPts val="0"/>
              </a:spcBef>
              <a:buNone/>
              <a:defRPr sz="700" b="1">
                <a:solidFill>
                  <a:schemeClr val="lt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3pPr>
            <a:lvl4pPr marL="0" lvl="3" indent="0" algn="r" rtl="0">
              <a:spcBef>
                <a:spcPts val="0"/>
              </a:spcBef>
              <a:buNone/>
              <a:defRPr sz="700" b="1">
                <a:solidFill>
                  <a:schemeClr val="lt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4pPr>
            <a:lvl5pPr marL="0" lvl="4" indent="0" algn="r" rtl="0">
              <a:spcBef>
                <a:spcPts val="0"/>
              </a:spcBef>
              <a:buNone/>
              <a:defRPr sz="700" b="1">
                <a:solidFill>
                  <a:schemeClr val="lt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5pPr>
            <a:lvl6pPr marL="0" lvl="5" indent="0" algn="r" rtl="0">
              <a:spcBef>
                <a:spcPts val="0"/>
              </a:spcBef>
              <a:buNone/>
              <a:defRPr sz="700" b="1">
                <a:solidFill>
                  <a:schemeClr val="lt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6pPr>
            <a:lvl7pPr marL="0" lvl="6" indent="0" algn="r" rtl="0">
              <a:spcBef>
                <a:spcPts val="0"/>
              </a:spcBef>
              <a:buNone/>
              <a:defRPr sz="700" b="1">
                <a:solidFill>
                  <a:schemeClr val="lt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7pPr>
            <a:lvl8pPr marL="0" lvl="7" indent="0" algn="r" rtl="0">
              <a:spcBef>
                <a:spcPts val="0"/>
              </a:spcBef>
              <a:buNone/>
              <a:defRPr sz="700" b="1">
                <a:solidFill>
                  <a:schemeClr val="lt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8pPr>
            <a:lvl9pPr marL="0" lvl="8" indent="0" algn="r" rtl="0">
              <a:spcBef>
                <a:spcPts val="0"/>
              </a:spcBef>
              <a:buNone/>
              <a:defRPr sz="700" b="1">
                <a:solidFill>
                  <a:schemeClr val="lt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 Statement Photo Bg">
  <p:cSld name="Statement Photo Bg">
    <p:bg>
      <p:bgPr>
        <a:solidFill>
          <a:schemeClr val="lt1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7" name="Google Shape;157;p30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70866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izon NHG DS"/>
              <a:buNone/>
              <a:defRPr sz="4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58" name="Google Shape;158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2014" y="4573128"/>
            <a:ext cx="402029" cy="433844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30"/>
          <p:cNvSpPr txBox="1"/>
          <p:nvPr/>
        </p:nvSpPr>
        <p:spPr>
          <a:xfrm>
            <a:off x="1012342" y="4612166"/>
            <a:ext cx="7124700" cy="3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138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 b="0" i="0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Verizon confidential and proprietary. Unauthorized disclosure, reproduction or other use prohibited.</a:t>
            </a:r>
            <a:endParaRPr sz="650" b="0" i="0">
              <a:solidFill>
                <a:schemeClr val="dk1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sp>
        <p:nvSpPr>
          <p:cNvPr id="160" name="Google Shape;160;p30"/>
          <p:cNvSpPr txBox="1">
            <a:spLocks noGrp="1"/>
          </p:cNvSpPr>
          <p:nvPr>
            <p:ph type="sldNum" idx="12"/>
          </p:nvPr>
        </p:nvSpPr>
        <p:spPr>
          <a:xfrm>
            <a:off x="8458200" y="4700016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1pPr>
            <a:lvl2pPr marL="0" lvl="1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2pPr>
            <a:lvl3pPr marL="0" lvl="2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3pPr>
            <a:lvl4pPr marL="0" lvl="3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4pPr>
            <a:lvl5pPr marL="0" lvl="4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5pPr>
            <a:lvl6pPr marL="0" lvl="5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6pPr>
            <a:lvl7pPr marL="0" lvl="6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7pPr>
            <a:lvl8pPr marL="0" lvl="7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8pPr>
            <a:lvl9pPr marL="0" lvl="8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 Statement Photo Bg - Reverse">
  <p:cSld name="Statement Photo Bg - Reverse">
    <p:bg>
      <p:bgPr>
        <a:solidFill>
          <a:schemeClr val="dk1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1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31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70866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Verizon NHG DS"/>
              <a:buNone/>
              <a:defRPr sz="4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64" name="Google Shape;164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2014" y="4573128"/>
            <a:ext cx="402029" cy="433844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31"/>
          <p:cNvSpPr txBox="1"/>
          <p:nvPr/>
        </p:nvSpPr>
        <p:spPr>
          <a:xfrm>
            <a:off x="1012342" y="4700016"/>
            <a:ext cx="7124700" cy="2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138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 b="0" i="0">
                <a:solidFill>
                  <a:schemeClr val="lt1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Verizon confidential and proprietary. Unauthorized disclosure, reproduction or other use prohibited.</a:t>
            </a:r>
            <a:endParaRPr sz="650" b="0" i="0">
              <a:solidFill>
                <a:schemeClr val="lt1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sp>
        <p:nvSpPr>
          <p:cNvPr id="166" name="Google Shape;166;p31"/>
          <p:cNvSpPr txBox="1">
            <a:spLocks noGrp="1"/>
          </p:cNvSpPr>
          <p:nvPr>
            <p:ph type="sldNum" idx="12"/>
          </p:nvPr>
        </p:nvSpPr>
        <p:spPr>
          <a:xfrm>
            <a:off x="8458200" y="4700016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700" b="1">
                <a:solidFill>
                  <a:schemeClr val="lt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1pPr>
            <a:lvl2pPr marL="0" lvl="1" indent="0" algn="r" rtl="0">
              <a:spcBef>
                <a:spcPts val="0"/>
              </a:spcBef>
              <a:buNone/>
              <a:defRPr sz="700" b="1">
                <a:solidFill>
                  <a:schemeClr val="lt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2pPr>
            <a:lvl3pPr marL="0" lvl="2" indent="0" algn="r" rtl="0">
              <a:spcBef>
                <a:spcPts val="0"/>
              </a:spcBef>
              <a:buNone/>
              <a:defRPr sz="700" b="1">
                <a:solidFill>
                  <a:schemeClr val="lt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3pPr>
            <a:lvl4pPr marL="0" lvl="3" indent="0" algn="r" rtl="0">
              <a:spcBef>
                <a:spcPts val="0"/>
              </a:spcBef>
              <a:buNone/>
              <a:defRPr sz="700" b="1">
                <a:solidFill>
                  <a:schemeClr val="lt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4pPr>
            <a:lvl5pPr marL="0" lvl="4" indent="0" algn="r" rtl="0">
              <a:spcBef>
                <a:spcPts val="0"/>
              </a:spcBef>
              <a:buNone/>
              <a:defRPr sz="700" b="1">
                <a:solidFill>
                  <a:schemeClr val="lt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5pPr>
            <a:lvl6pPr marL="0" lvl="5" indent="0" algn="r" rtl="0">
              <a:spcBef>
                <a:spcPts val="0"/>
              </a:spcBef>
              <a:buNone/>
              <a:defRPr sz="700" b="1">
                <a:solidFill>
                  <a:schemeClr val="lt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6pPr>
            <a:lvl7pPr marL="0" lvl="6" indent="0" algn="r" rtl="0">
              <a:spcBef>
                <a:spcPts val="0"/>
              </a:spcBef>
              <a:buNone/>
              <a:defRPr sz="700" b="1">
                <a:solidFill>
                  <a:schemeClr val="lt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7pPr>
            <a:lvl8pPr marL="0" lvl="7" indent="0" algn="r" rtl="0">
              <a:spcBef>
                <a:spcPts val="0"/>
              </a:spcBef>
              <a:buNone/>
              <a:defRPr sz="700" b="1">
                <a:solidFill>
                  <a:schemeClr val="lt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8pPr>
            <a:lvl9pPr marL="0" lvl="8" indent="0" algn="r" rtl="0">
              <a:spcBef>
                <a:spcPts val="0"/>
              </a:spcBef>
              <a:buNone/>
              <a:defRPr sz="700" b="1">
                <a:solidFill>
                  <a:schemeClr val="lt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 Statement - Red">
  <p:cSld name="Statement - Red">
    <p:bg>
      <p:bgPr>
        <a:solidFill>
          <a:schemeClr val="accent1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2"/>
          <p:cNvSpPr txBox="1">
            <a:spLocks noGrp="1"/>
          </p:cNvSpPr>
          <p:nvPr>
            <p:ph type="title"/>
          </p:nvPr>
        </p:nvSpPr>
        <p:spPr>
          <a:xfrm>
            <a:off x="457199" y="594359"/>
            <a:ext cx="70866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Verizon NHG DS"/>
              <a:buNone/>
              <a:defRPr sz="4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69" name="Google Shape;169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2014" y="4573128"/>
            <a:ext cx="402022" cy="433844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2"/>
          <p:cNvSpPr txBox="1">
            <a:spLocks noGrp="1"/>
          </p:cNvSpPr>
          <p:nvPr>
            <p:ph type="sldNum" idx="12"/>
          </p:nvPr>
        </p:nvSpPr>
        <p:spPr>
          <a:xfrm>
            <a:off x="8458200" y="4700016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1pPr>
            <a:lvl2pPr marL="0" lvl="1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2pPr>
            <a:lvl3pPr marL="0" lvl="2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3pPr>
            <a:lvl4pPr marL="0" lvl="3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4pPr>
            <a:lvl5pPr marL="0" lvl="4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5pPr>
            <a:lvl6pPr marL="0" lvl="5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6pPr>
            <a:lvl7pPr marL="0" lvl="6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7pPr>
            <a:lvl8pPr marL="0" lvl="7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8pPr>
            <a:lvl9pPr marL="0" lvl="8" indent="0" algn="r" rtl="0">
              <a:spcBef>
                <a:spcPts val="0"/>
              </a:spcBef>
              <a:buNone/>
              <a:defRPr sz="700" b="1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8 Purpose">
  <p:cSld name="Purpose-Positive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09112" y="1596165"/>
            <a:ext cx="2725775" cy="1951176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3"/>
          <p:cNvSpPr/>
          <p:nvPr/>
        </p:nvSpPr>
        <p:spPr>
          <a:xfrm>
            <a:off x="316259" y="4599501"/>
            <a:ext cx="6435300" cy="398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174" name="Google Shape;174;p3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lvl="1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lvl="2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lvl="3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lvl="4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lvl="5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lvl="6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lvl="7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lvl="8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 Purpose - Reverse">
  <p:cSld name="Purpose-Reverse">
    <p:bg>
      <p:bgPr>
        <a:solidFill>
          <a:schemeClr val="dk1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09112" y="1596165"/>
            <a:ext cx="2725775" cy="1951176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34"/>
          <p:cNvSpPr/>
          <p:nvPr/>
        </p:nvSpPr>
        <p:spPr>
          <a:xfrm>
            <a:off x="316259" y="4599501"/>
            <a:ext cx="6435300" cy="398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178" name="Google Shape;178;p3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lvl="1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lvl="2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lvl="3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lvl="4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lvl="5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lvl="6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lvl="7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lvl="8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0 Forward Together">
  <p:cSld name="ForwardTogether-Positive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89088" y="585113"/>
            <a:ext cx="5565824" cy="3973274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35"/>
          <p:cNvSpPr/>
          <p:nvPr/>
        </p:nvSpPr>
        <p:spPr>
          <a:xfrm>
            <a:off x="316259" y="4599501"/>
            <a:ext cx="6435300" cy="398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182" name="Google Shape;182;p3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lvl="1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lvl="2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lvl="3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lvl="4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lvl="5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lvl="6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lvl="7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lvl="8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1 Forward Together - Reverse">
  <p:cSld name="ForwardTogether-Reverse">
    <p:bg>
      <p:bgPr>
        <a:solidFill>
          <a:schemeClr val="dk1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89088" y="585113"/>
            <a:ext cx="5565824" cy="3973274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6"/>
          <p:cNvSpPr/>
          <p:nvPr/>
        </p:nvSpPr>
        <p:spPr>
          <a:xfrm>
            <a:off x="316259" y="4599501"/>
            <a:ext cx="6435300" cy="398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186" name="Google Shape;186;p3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lvl="1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lvl="2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lvl="3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lvl="4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lvl="5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lvl="6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lvl="7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lvl="8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2 #ForwardTogether">
  <p:cSld name="#ForwardTogether-Positive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09775" y="2094675"/>
            <a:ext cx="5324452" cy="9541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37"/>
          <p:cNvSpPr/>
          <p:nvPr/>
        </p:nvSpPr>
        <p:spPr>
          <a:xfrm>
            <a:off x="316259" y="4599501"/>
            <a:ext cx="6435300" cy="398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190" name="Google Shape;190;p3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lvl="1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lvl="2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lvl="3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lvl="4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lvl="5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lvl="6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lvl="7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lvl="8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3 #ForwardTogether - Reverse">
  <p:cSld name="#ForwardTogether-Reverse">
    <p:bg>
      <p:bgPr>
        <a:solidFill>
          <a:schemeClr val="dk1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909775" y="2094675"/>
            <a:ext cx="5324452" cy="9541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8"/>
          <p:cNvSpPr/>
          <p:nvPr/>
        </p:nvSpPr>
        <p:spPr>
          <a:xfrm>
            <a:off x="316259" y="4599501"/>
            <a:ext cx="6435300" cy="398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194" name="Google Shape;194;p3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lvl="1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lvl="2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lvl="3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lvl="4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lvl="5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lvl="6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lvl="7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lvl="8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4 Sign Off">
  <p:cSld name="Sign Off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27947" y="1884811"/>
            <a:ext cx="3344138" cy="1239561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9"/>
          <p:cNvSpPr/>
          <p:nvPr/>
        </p:nvSpPr>
        <p:spPr>
          <a:xfrm>
            <a:off x="316259" y="4599501"/>
            <a:ext cx="6435300" cy="39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198" name="Google Shape;198;p3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lvl="1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lvl="2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lvl="3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lvl="4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lvl="5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lvl="6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lvl="7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lvl="8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4 Sign Off - Reverse">
  <p:cSld name="Sign Off - Reverse">
    <p:bg>
      <p:bgPr>
        <a:solidFill>
          <a:schemeClr val="dk1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27947" y="1884811"/>
            <a:ext cx="3344138" cy="1239561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40"/>
          <p:cNvSpPr/>
          <p:nvPr/>
        </p:nvSpPr>
        <p:spPr>
          <a:xfrm>
            <a:off x="316259" y="4599501"/>
            <a:ext cx="6435300" cy="398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202" name="Google Shape;202;p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lvl="1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lvl="2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lvl="3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lvl="4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lvl="5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lvl="6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lvl="7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lvl="8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5 Verizon Business Sign off">
  <p:cSld name="Sign Off_1_1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/>
          <p:nvPr/>
        </p:nvSpPr>
        <p:spPr>
          <a:xfrm>
            <a:off x="316259" y="4599501"/>
            <a:ext cx="6435300" cy="39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pic>
        <p:nvPicPr>
          <p:cNvPr id="205" name="Google Shape;205;p41" descr="Verizon Business Logo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47825" y="2113649"/>
            <a:ext cx="3248348" cy="916201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4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lvl="1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lvl="2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lvl="3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lvl="4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lvl="5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lvl="6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lvl="7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lvl="8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5 Verizon Business Sign Off - Reverse">
  <p:cSld name="Sign Off - Reverse_2">
    <p:bg>
      <p:bgPr>
        <a:solidFill>
          <a:schemeClr val="dk1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2"/>
          <p:cNvSpPr/>
          <p:nvPr/>
        </p:nvSpPr>
        <p:spPr>
          <a:xfrm>
            <a:off x="316259" y="4599501"/>
            <a:ext cx="6435300" cy="398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pic>
        <p:nvPicPr>
          <p:cNvPr id="209" name="Google Shape;209;p42" descr="Verizon Business Logo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47825" y="2115632"/>
            <a:ext cx="3248350" cy="912234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4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lvl="1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lvl="2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lvl="3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lvl="4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lvl="5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lvl="6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lvl="7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lvl="8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6 External Sign Off">
  <p:cSld name="External Sign Off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7125" y="72650"/>
            <a:ext cx="4729752" cy="499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43"/>
          <p:cNvSpPr/>
          <p:nvPr/>
        </p:nvSpPr>
        <p:spPr>
          <a:xfrm>
            <a:off x="316259" y="4599501"/>
            <a:ext cx="6435300" cy="398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214" name="Google Shape;214;p4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lvl="1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lvl="2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lvl="3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lvl="4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lvl="5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lvl="6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lvl="7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lvl="8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7 External Sign Off - Reverse">
  <p:cSld name="External Sign Off - Reverse">
    <p:bg>
      <p:bgPr>
        <a:solidFill>
          <a:schemeClr val="dk1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7125" y="72650"/>
            <a:ext cx="4729752" cy="499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44"/>
          <p:cNvSpPr/>
          <p:nvPr/>
        </p:nvSpPr>
        <p:spPr>
          <a:xfrm>
            <a:off x="316259" y="4599501"/>
            <a:ext cx="6435300" cy="398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218" name="Google Shape;218;p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lvl="1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lvl="2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lvl="3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lvl="4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lvl="5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lvl="6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lvl="7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lvl="8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fo Slide">
  <p:cSld name="Cover slide - wht_3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5"/>
          <p:cNvSpPr/>
          <p:nvPr/>
        </p:nvSpPr>
        <p:spPr>
          <a:xfrm>
            <a:off x="44181" y="4572318"/>
            <a:ext cx="8513100" cy="571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grpSp>
        <p:nvGrpSpPr>
          <p:cNvPr id="221" name="Google Shape;221;p45"/>
          <p:cNvGrpSpPr/>
          <p:nvPr/>
        </p:nvGrpSpPr>
        <p:grpSpPr>
          <a:xfrm>
            <a:off x="1270" y="-35866"/>
            <a:ext cx="9142800" cy="5179366"/>
            <a:chOff x="1270" y="-35866"/>
            <a:chExt cx="9142800" cy="5179366"/>
          </a:xfrm>
        </p:grpSpPr>
        <p:sp>
          <p:nvSpPr>
            <p:cNvPr id="222" name="Google Shape;222;p45"/>
            <p:cNvSpPr/>
            <p:nvPr/>
          </p:nvSpPr>
          <p:spPr>
            <a:xfrm>
              <a:off x="1270" y="0"/>
              <a:ext cx="9142800" cy="5143500"/>
            </a:xfrm>
            <a:prstGeom prst="rect">
              <a:avLst/>
            </a:prstGeom>
            <a:noFill/>
            <a:ln w="1016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Verizon NHG TX"/>
                <a:ea typeface="Verizon NHG TX"/>
                <a:cs typeface="Verizon NHG TX"/>
                <a:sym typeface="Verizon NHG TX"/>
              </a:endParaRPr>
            </a:p>
          </p:txBody>
        </p:sp>
        <p:sp>
          <p:nvSpPr>
            <p:cNvPr id="223" name="Google Shape;223;p45">
              <a:hlinkClick r:id="" action="ppaction://noaction"/>
            </p:cNvPr>
            <p:cNvSpPr/>
            <p:nvPr/>
          </p:nvSpPr>
          <p:spPr>
            <a:xfrm>
              <a:off x="1270" y="-35866"/>
              <a:ext cx="9142800" cy="310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 b="1" i="0" u="none" strike="noStrike" cap="none">
                  <a:solidFill>
                    <a:schemeClr val="lt1"/>
                  </a:solidFill>
                  <a:latin typeface="Verizon NHG TX"/>
                  <a:ea typeface="Verizon NHG TX"/>
                  <a:cs typeface="Verizon NHG TX"/>
                  <a:sym typeface="Verizon NHG TX"/>
                </a:rPr>
                <a:t>Read this info slide. This is not a template.</a:t>
              </a:r>
              <a:endParaRPr/>
            </a:p>
          </p:txBody>
        </p:sp>
      </p:grpSp>
      <p:sp>
        <p:nvSpPr>
          <p:cNvPr id="224" name="Google Shape;224;p4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lvl="1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lvl="2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lvl="3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lvl="4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lvl="5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lvl="6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lvl="7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lvl="8">
              <a:buNone/>
              <a:defRPr sz="1300"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200" y="590550"/>
            <a:ext cx="7086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izon NHG DS"/>
              <a:buNone/>
              <a:defRPr sz="2000" b="1" i="0" u="none" strike="noStrike" cap="non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200" y="1352550"/>
            <a:ext cx="7086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izon NHG TX"/>
              <a:buNone/>
              <a:defRPr sz="1200" b="1" i="0" u="none" strike="noStrike" cap="non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izon NHG TX"/>
              <a:buNone/>
              <a:defRPr sz="1200" b="0" i="0" u="none" strike="noStrike" cap="non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 b="0" i="0" u="none" strike="noStrike" cap="non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 b="0" i="0" u="none" strike="noStrike" cap="non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 b="0" i="0" u="none" strike="noStrike" cap="non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 b="0" i="0" u="none" strike="noStrike" cap="non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 b="0" i="0" u="none" strike="noStrike" cap="non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 b="0" i="0" u="none" strike="noStrike" cap="none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58200" y="4700016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54" name="Google Shape;54;p13"/>
          <p:cNvSpPr txBox="1"/>
          <p:nvPr/>
        </p:nvSpPr>
        <p:spPr>
          <a:xfrm>
            <a:off x="1009752" y="4612166"/>
            <a:ext cx="7124700" cy="3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138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 b="0" i="0" u="none" strike="noStrike" cap="none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Verizon confidential and proprietary. Unauthorized disclosure, reproduction or other use prohibited.</a:t>
            </a:r>
            <a:endParaRPr sz="650" b="0" i="0" u="none" strike="noStrike" cap="none">
              <a:solidFill>
                <a:schemeClr val="dk1"/>
              </a:solidFill>
              <a:latin typeface="Verizon NHG DS"/>
              <a:ea typeface="Verizon NHG DS"/>
              <a:cs typeface="Verizon NHG DS"/>
              <a:sym typeface="Verizon NHG DS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4">
            <a:alphaModFix/>
          </a:blip>
          <a:srcRect/>
          <a:stretch/>
        </p:blipFill>
        <p:spPr>
          <a:xfrm>
            <a:off x="352014" y="4573128"/>
            <a:ext cx="402026" cy="4338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 xmlns="">
        <p15:guide id="1" orient="horz" pos="288">
          <p15:clr>
            <a:srgbClr val="F26B43"/>
          </p15:clr>
        </p15:guide>
        <p15:guide id="2" pos="288">
          <p15:clr>
            <a:srgbClr val="F26B43"/>
          </p15:clr>
        </p15:guide>
        <p15:guide id="3" pos="5472">
          <p15:clr>
            <a:srgbClr val="F26B43"/>
          </p15:clr>
        </p15:guide>
        <p15:guide id="4" pos="4752">
          <p15:clr>
            <a:srgbClr val="F26B43"/>
          </p15:clr>
        </p15:guide>
        <p15:guide id="5" orient="horz" pos="852">
          <p15:clr>
            <a:srgbClr val="F26B43"/>
          </p15:clr>
        </p15:guide>
        <p15:guide id="6" orient="horz" pos="2964">
          <p15:clr>
            <a:srgbClr val="F26B43"/>
          </p15:clr>
        </p15:guide>
        <p15:guide id="7" pos="2880">
          <p15:clr>
            <a:srgbClr val="F26B43"/>
          </p15:clr>
        </p15:guide>
        <p15:guide id="8" orient="horz" pos="372">
          <p15:clr>
            <a:srgbClr val="F26B43"/>
          </p15:clr>
        </p15:guide>
        <p15:guide id="9" orient="horz" pos="3084">
          <p15:clr>
            <a:srgbClr val="F26B43"/>
          </p15:clr>
        </p15:guide>
        <p15:guide id="10" orient="horz" pos="2796">
          <p15:clr>
            <a:srgbClr val="F26B43"/>
          </p15:clr>
        </p15:guide>
        <p15:guide id="11" pos="840">
          <p15:clr>
            <a:srgbClr val="F26B43"/>
          </p15:clr>
        </p15:guide>
        <p15:guide id="12" orient="horz" pos="7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6"/>
          <p:cNvSpPr txBox="1">
            <a:spLocks noGrp="1"/>
          </p:cNvSpPr>
          <p:nvPr>
            <p:ph type="ctrTitle"/>
          </p:nvPr>
        </p:nvSpPr>
        <p:spPr>
          <a:xfrm>
            <a:off x="457200" y="459900"/>
            <a:ext cx="80016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Verizon NHG DS"/>
              <a:buNone/>
            </a:pPr>
            <a:r>
              <a:rPr lang="en"/>
              <a:t>Securing an application in the cloud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7"/>
          <p:cNvSpPr txBox="1">
            <a:spLocks noGrp="1"/>
          </p:cNvSpPr>
          <p:nvPr>
            <p:ph type="title"/>
          </p:nvPr>
        </p:nvSpPr>
        <p:spPr>
          <a:xfrm>
            <a:off x="457199" y="289559"/>
            <a:ext cx="70866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izon NHG DS"/>
              <a:buNone/>
            </a:pPr>
            <a:r>
              <a:rPr lang="en" sz="6000"/>
              <a:t>Levels of security </a:t>
            </a:r>
            <a:endParaRPr sz="6000"/>
          </a:p>
        </p:txBody>
      </p:sp>
      <p:sp>
        <p:nvSpPr>
          <p:cNvPr id="238" name="Google Shape;238;p47"/>
          <p:cNvSpPr txBox="1"/>
          <p:nvPr/>
        </p:nvSpPr>
        <p:spPr>
          <a:xfrm>
            <a:off x="457200" y="1594597"/>
            <a:ext cx="3954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 b="1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1</a:t>
            </a:r>
            <a:endParaRPr/>
          </a:p>
        </p:txBody>
      </p:sp>
      <p:sp>
        <p:nvSpPr>
          <p:cNvPr id="239" name="Google Shape;239;p47"/>
          <p:cNvSpPr txBox="1"/>
          <p:nvPr/>
        </p:nvSpPr>
        <p:spPr>
          <a:xfrm>
            <a:off x="1219200" y="1850549"/>
            <a:ext cx="63246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izon NHG TX"/>
              <a:buNone/>
            </a:pPr>
            <a:r>
              <a:rPr lang="en" b="1" dirty="0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Network security: </a:t>
            </a:r>
            <a:r>
              <a:rPr lang="en" dirty="0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Secure traffic to the application using firewall rules, traffic encryption, avoiding </a:t>
            </a:r>
            <a:r>
              <a:rPr lang="en" dirty="0" err="1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DDos</a:t>
            </a:r>
            <a:r>
              <a:rPr lang="en" dirty="0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 attacks, etc.</a:t>
            </a:r>
            <a:endParaRPr dirty="0"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240" name="Google Shape;240;p47"/>
          <p:cNvSpPr txBox="1"/>
          <p:nvPr/>
        </p:nvSpPr>
        <p:spPr>
          <a:xfrm>
            <a:off x="442899" y="2579780"/>
            <a:ext cx="3954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 b="1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2</a:t>
            </a:r>
            <a:endParaRPr/>
          </a:p>
        </p:txBody>
      </p:sp>
      <p:sp>
        <p:nvSpPr>
          <p:cNvPr id="241" name="Google Shape;241;p47"/>
          <p:cNvSpPr txBox="1"/>
          <p:nvPr/>
        </p:nvSpPr>
        <p:spPr>
          <a:xfrm>
            <a:off x="1219200" y="2653771"/>
            <a:ext cx="6324600" cy="858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54864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Application security: </a:t>
            </a:r>
            <a:r>
              <a:rPr lang="en" dirty="0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Secure application or API by allowing/denying traffic based on authentication/authorization of the user and following principle of least-privilege; input validation</a:t>
            </a:r>
            <a:endParaRPr b="1" dirty="0">
              <a:solidFill>
                <a:schemeClr val="dk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242" name="Google Shape;242;p47"/>
          <p:cNvSpPr txBox="1"/>
          <p:nvPr/>
        </p:nvSpPr>
        <p:spPr>
          <a:xfrm>
            <a:off x="457200" y="3595443"/>
            <a:ext cx="3954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 b="1">
                <a:solidFill>
                  <a:srgbClr val="000000"/>
                </a:solidFill>
                <a:latin typeface="Verizon NHG DS"/>
                <a:ea typeface="Verizon NHG DS"/>
                <a:cs typeface="Verizon NHG DS"/>
                <a:sym typeface="Verizon NHG DS"/>
              </a:rPr>
              <a:t>3</a:t>
            </a:r>
            <a:endParaRPr/>
          </a:p>
        </p:txBody>
      </p:sp>
      <p:sp>
        <p:nvSpPr>
          <p:cNvPr id="243" name="Google Shape;243;p47"/>
          <p:cNvSpPr txBox="1"/>
          <p:nvPr/>
        </p:nvSpPr>
        <p:spPr>
          <a:xfrm>
            <a:off x="1219200" y="3722469"/>
            <a:ext cx="6324600" cy="76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548640" lvl="0" indent="0" algn="l" rtl="0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Data security: </a:t>
            </a:r>
            <a:r>
              <a:rPr lang="en" dirty="0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Involves data encryption at rest and in transit; data access management; data availability</a:t>
            </a:r>
            <a:endParaRPr b="1" dirty="0">
              <a:solidFill>
                <a:schemeClr val="dk1"/>
              </a:solidFill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244" name="Google Shape;244;p47"/>
          <p:cNvSpPr txBox="1"/>
          <p:nvPr/>
        </p:nvSpPr>
        <p:spPr>
          <a:xfrm>
            <a:off x="328175" y="1079200"/>
            <a:ext cx="8358600" cy="669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548640" lvl="0" indent="0" algn="l" rtl="0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dk1"/>
                </a:solidFill>
                <a:latin typeface="Verizon NHG TX"/>
                <a:ea typeface="Verizon NHG TX"/>
                <a:cs typeface="Verizon NHG TX"/>
                <a:sym typeface="Verizon NHG TX"/>
              </a:rPr>
              <a:t>Securing an application in the cloud involves a multi-level approach, including:</a:t>
            </a:r>
            <a:endParaRPr sz="1600" dirty="0">
              <a:latin typeface="Verizon NHG TX"/>
              <a:ea typeface="Verizon NHG TX"/>
              <a:cs typeface="Verizon NHG TX"/>
              <a:sym typeface="Verizon NHG TX"/>
            </a:endParaRPr>
          </a:p>
        </p:txBody>
      </p:sp>
      <p:sp>
        <p:nvSpPr>
          <p:cNvPr id="245" name="Google Shape;245;p47"/>
          <p:cNvSpPr txBox="1">
            <a:spLocks noGrp="1"/>
          </p:cNvSpPr>
          <p:nvPr>
            <p:ph type="sldNum" idx="12"/>
          </p:nvPr>
        </p:nvSpPr>
        <p:spPr>
          <a:xfrm>
            <a:off x="8458200" y="4700016"/>
            <a:ext cx="2286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9"/>
          <p:cNvSpPr txBox="1">
            <a:spLocks noGrp="1"/>
          </p:cNvSpPr>
          <p:nvPr>
            <p:ph type="title"/>
          </p:nvPr>
        </p:nvSpPr>
        <p:spPr>
          <a:xfrm>
            <a:off x="457200" y="594360"/>
            <a:ext cx="7086600" cy="56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Network Security</a:t>
            </a:r>
            <a:endParaRPr dirty="0"/>
          </a:p>
        </p:txBody>
      </p:sp>
      <p:sp>
        <p:nvSpPr>
          <p:cNvPr id="285" name="Google Shape;285;p49"/>
          <p:cNvSpPr txBox="1">
            <a:spLocks noGrp="1"/>
          </p:cNvSpPr>
          <p:nvPr>
            <p:ph type="body" idx="1"/>
          </p:nvPr>
        </p:nvSpPr>
        <p:spPr>
          <a:xfrm>
            <a:off x="457200" y="1352550"/>
            <a:ext cx="8229600" cy="308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>
              <a:lnSpc>
                <a:spcPct val="150000"/>
              </a:lnSpc>
              <a:buFont typeface="Verizon NHG DS"/>
              <a:buChar char="●"/>
            </a:pPr>
            <a:r>
              <a:rPr lang="en-US" dirty="0" smtClean="0"/>
              <a:t>Encryption – Secure data in transit and at rest.</a:t>
            </a:r>
          </a:p>
          <a:p>
            <a:pPr>
              <a:lnSpc>
                <a:spcPct val="150000"/>
              </a:lnSpc>
              <a:buFont typeface="Verizon NHG DS"/>
              <a:buChar char="●"/>
            </a:pPr>
            <a:r>
              <a:rPr lang="en-US" dirty="0" smtClean="0"/>
              <a:t>Firewalls &amp; VPNs – Control and protect network traffic.</a:t>
            </a:r>
          </a:p>
          <a:p>
            <a:pPr>
              <a:lnSpc>
                <a:spcPct val="150000"/>
              </a:lnSpc>
              <a:buFont typeface="Verizon NHG DS"/>
              <a:buChar char="●"/>
            </a:pPr>
            <a:r>
              <a:rPr lang="en-US" dirty="0" smtClean="0"/>
              <a:t>IAM &amp; MFA – Limit access to authorized users only.</a:t>
            </a:r>
          </a:p>
          <a:p>
            <a:pPr>
              <a:lnSpc>
                <a:spcPct val="150000"/>
              </a:lnSpc>
              <a:buFont typeface="Verizon NHG DS"/>
              <a:buChar char="●"/>
            </a:pPr>
            <a:r>
              <a:rPr lang="en-US" dirty="0" smtClean="0"/>
              <a:t>IDPS – Detect and prevent intrusions in real time.</a:t>
            </a:r>
          </a:p>
          <a:p>
            <a:pPr>
              <a:lnSpc>
                <a:spcPct val="150000"/>
              </a:lnSpc>
              <a:buFont typeface="Verizon NHG DS"/>
              <a:buChar char="●"/>
            </a:pPr>
            <a:r>
              <a:rPr lang="en-US" dirty="0" smtClean="0"/>
              <a:t>Network Segmentation – Isolate resources to contain threats.</a:t>
            </a:r>
          </a:p>
          <a:p>
            <a:pPr>
              <a:lnSpc>
                <a:spcPct val="150000"/>
              </a:lnSpc>
              <a:buFont typeface="Verizon NHG DS"/>
              <a:buChar char="●"/>
            </a:pPr>
            <a:r>
              <a:rPr lang="en-US" dirty="0" smtClean="0"/>
              <a:t>Monitoring &amp; Compliance – Track activity and meet standards.</a:t>
            </a:r>
          </a:p>
          <a:p>
            <a:pPr>
              <a:lnSpc>
                <a:spcPct val="150000"/>
              </a:lnSpc>
              <a:buFont typeface="Verizon NHG DS"/>
              <a:buChar char="●"/>
            </a:pPr>
            <a:r>
              <a:rPr lang="en-US" dirty="0" smtClean="0"/>
              <a:t>Patch Management – Keep systems updated and secure.</a:t>
            </a:r>
            <a:endParaRPr lang="en-US" smtClean="0"/>
          </a:p>
          <a:p>
            <a:pPr>
              <a:lnSpc>
                <a:spcPct val="150000"/>
              </a:lnSpc>
              <a:buFont typeface="Verizon NHG DS"/>
              <a:buChar char="●"/>
            </a:pPr>
            <a:endParaRPr lang="en-US" smtClean="0"/>
          </a:p>
          <a:p>
            <a:pPr marL="457200" lvl="0" indent="-330200" algn="l" rtl="0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SzPts val="1600"/>
              <a:buChar char="●"/>
            </a:pPr>
            <a:endParaRPr b="0" dirty="0"/>
          </a:p>
        </p:txBody>
      </p:sp>
      <p:sp>
        <p:nvSpPr>
          <p:cNvPr id="286" name="Google Shape;286;p49"/>
          <p:cNvSpPr txBox="1">
            <a:spLocks noGrp="1"/>
          </p:cNvSpPr>
          <p:nvPr>
            <p:ph type="sldNum" idx="12"/>
          </p:nvPr>
        </p:nvSpPr>
        <p:spPr>
          <a:xfrm>
            <a:off x="8458200" y="4700016"/>
            <a:ext cx="2286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9"/>
          <p:cNvSpPr txBox="1">
            <a:spLocks noGrp="1"/>
          </p:cNvSpPr>
          <p:nvPr>
            <p:ph type="title"/>
          </p:nvPr>
        </p:nvSpPr>
        <p:spPr>
          <a:xfrm>
            <a:off x="457200" y="594360"/>
            <a:ext cx="7086600" cy="56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 Security</a:t>
            </a:r>
            <a:endParaRPr/>
          </a:p>
        </p:txBody>
      </p:sp>
      <p:sp>
        <p:nvSpPr>
          <p:cNvPr id="285" name="Google Shape;285;p49"/>
          <p:cNvSpPr txBox="1">
            <a:spLocks noGrp="1"/>
          </p:cNvSpPr>
          <p:nvPr>
            <p:ph type="body" idx="1"/>
          </p:nvPr>
        </p:nvSpPr>
        <p:spPr>
          <a:xfrm>
            <a:off x="457200" y="1352550"/>
            <a:ext cx="8229600" cy="308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SzPts val="1600"/>
              <a:buChar char="●"/>
            </a:pPr>
            <a:r>
              <a:rPr lang="en" b="0" dirty="0"/>
              <a:t>Make sure application has proper authentication and authorization policies defined to allow/deny a user</a:t>
            </a:r>
            <a:endParaRPr b="0" dirty="0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b="0" dirty="0"/>
              <a:t>Make sure all the artifacts related to the application are properly scanned, e.g., scanning container images for vulnerabilities</a:t>
            </a:r>
            <a:endParaRPr b="0" dirty="0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b="0" dirty="0"/>
              <a:t>Follow principle of least-privilege to give minimum required access to the user accessing the application or process running the service</a:t>
            </a:r>
            <a:endParaRPr b="0" dirty="0"/>
          </a:p>
        </p:txBody>
      </p:sp>
      <p:sp>
        <p:nvSpPr>
          <p:cNvPr id="286" name="Google Shape;286;p49"/>
          <p:cNvSpPr txBox="1">
            <a:spLocks noGrp="1"/>
          </p:cNvSpPr>
          <p:nvPr>
            <p:ph type="sldNum" idx="12"/>
          </p:nvPr>
        </p:nvSpPr>
        <p:spPr>
          <a:xfrm>
            <a:off x="8458200" y="4700016"/>
            <a:ext cx="2286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2318506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0"/>
          <p:cNvSpPr txBox="1">
            <a:spLocks noGrp="1"/>
          </p:cNvSpPr>
          <p:nvPr>
            <p:ph type="title"/>
          </p:nvPr>
        </p:nvSpPr>
        <p:spPr>
          <a:xfrm>
            <a:off x="457200" y="594360"/>
            <a:ext cx="7086600" cy="56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Security</a:t>
            </a:r>
            <a:endParaRPr/>
          </a:p>
        </p:txBody>
      </p:sp>
      <p:sp>
        <p:nvSpPr>
          <p:cNvPr id="292" name="Google Shape;292;p50"/>
          <p:cNvSpPr txBox="1">
            <a:spLocks noGrp="1"/>
          </p:cNvSpPr>
          <p:nvPr>
            <p:ph type="body" idx="1"/>
          </p:nvPr>
        </p:nvSpPr>
        <p:spPr>
          <a:xfrm>
            <a:off x="457200" y="1352550"/>
            <a:ext cx="8229600" cy="308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SzPts val="1600"/>
              <a:buChar char="●"/>
            </a:pPr>
            <a:r>
              <a:rPr lang="en" b="0" dirty="0"/>
              <a:t>Make sure data is encrypted while at rest (i.e., data is stored in the databases or file systems, etc.) and  while in transit using secure protocol like HTTPS.</a:t>
            </a:r>
            <a:endParaRPr b="0" dirty="0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b="0" dirty="0"/>
              <a:t>Make sure that proper IAM policies are in place to access the application data</a:t>
            </a:r>
            <a:endParaRPr b="0" dirty="0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b="0" dirty="0"/>
              <a:t>Make sure to have a proper vault solution to store keys/secrets/certificates related the application</a:t>
            </a:r>
            <a:endParaRPr b="0" dirty="0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b="0" dirty="0"/>
              <a:t>Make sure to take regular backups of the data stored in the DB/file systems, etc.</a:t>
            </a:r>
            <a:endParaRPr b="0" dirty="0"/>
          </a:p>
          <a:p>
            <a:pPr marL="0" lvl="0" indent="0" algn="l" rtl="0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None/>
            </a:pPr>
            <a:endParaRPr b="0" dirty="0"/>
          </a:p>
          <a:p>
            <a:pPr marL="0" lvl="0" indent="0" algn="l" rtl="0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None/>
            </a:pPr>
            <a:endParaRPr b="0" dirty="0"/>
          </a:p>
        </p:txBody>
      </p:sp>
      <p:sp>
        <p:nvSpPr>
          <p:cNvPr id="293" name="Google Shape;293;p50"/>
          <p:cNvSpPr txBox="1">
            <a:spLocks noGrp="1"/>
          </p:cNvSpPr>
          <p:nvPr>
            <p:ph type="sldNum" idx="12"/>
          </p:nvPr>
        </p:nvSpPr>
        <p:spPr>
          <a:xfrm>
            <a:off x="8458200" y="4700016"/>
            <a:ext cx="2286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t>5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Verizon Google Slides">
  <a:themeElements>
    <a:clrScheme name="Verizon Theme Colors">
      <a:dk1>
        <a:srgbClr val="000000"/>
      </a:dk1>
      <a:lt1>
        <a:srgbClr val="FFFFFF"/>
      </a:lt1>
      <a:dk2>
        <a:srgbClr val="747676"/>
      </a:dk2>
      <a:lt2>
        <a:srgbClr val="D8DADA"/>
      </a:lt2>
      <a:accent1>
        <a:srgbClr val="EE0000"/>
      </a:accent1>
      <a:accent2>
        <a:srgbClr val="333333"/>
      </a:accent2>
      <a:accent3>
        <a:srgbClr val="FFBC3D"/>
      </a:accent3>
      <a:accent4>
        <a:srgbClr val="ED7000"/>
      </a:accent4>
      <a:accent5>
        <a:srgbClr val="00AC3E"/>
      </a:accent5>
      <a:accent6>
        <a:srgbClr val="0088CE"/>
      </a:accent6>
      <a:hlink>
        <a:srgbClr val="000000"/>
      </a:hlink>
      <a:folHlink>
        <a:srgbClr val="0088C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301</Words>
  <Application>Microsoft Macintosh PowerPoint</Application>
  <PresentationFormat>On-screen Show (16:9)</PresentationFormat>
  <Paragraphs>32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Verizon NHG DS</vt:lpstr>
      <vt:lpstr>Verizon NHG TX</vt:lpstr>
      <vt:lpstr>Simple Light</vt:lpstr>
      <vt:lpstr>Verizon Google Slides</vt:lpstr>
      <vt:lpstr>Securing an application in the cloud </vt:lpstr>
      <vt:lpstr>Levels of security </vt:lpstr>
      <vt:lpstr>Network Security</vt:lpstr>
      <vt:lpstr>Application Security</vt:lpstr>
      <vt:lpstr>Data Security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Securing an application in the cloud</dc:title>
  <dc:creator>LENOVO</dc:creator>
  <cp:lastModifiedBy>LENOVO</cp:lastModifiedBy>
  <cp:revision>6</cp:revision>
  <dcterms:modified xsi:type="dcterms:W3CDTF">2025-09-11T11:09:55Z</dcterms:modified>
</cp:coreProperties>
</file>